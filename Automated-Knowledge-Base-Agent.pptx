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DM Sans" pitchFamily="2" charset="0"/>
      <p:regular r:id="rId8"/>
      <p:bold r:id="rId9"/>
      <p:italic r:id="rId10"/>
    </p:embeddedFont>
    <p:embeddedFont>
      <p:font typeface="PT Serif" panose="020A0603040505020204" pitchFamily="18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66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svg"/><Relationship Id="rId7" Type="http://schemas.openxmlformats.org/officeDocument/2006/relationships/image" Target="../media/image7.svg"/><Relationship Id="rId8" Type="http://schemas.openxmlformats.org/officeDocument/2006/relationships/image" Target="../media/image8.svg"/><Relationship Id="rId9" Type="http://schemas.openxmlformats.org/officeDocument/2006/relationships/image" Target="../media/image9.svg"/><Relationship Id="rId10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svg"/><Relationship Id="rId6" Type="http://schemas.openxmlformats.org/officeDocument/2006/relationships/image" Target="../media/image14.svg"/><Relationship Id="rId7" Type="http://schemas.openxmlformats.org/officeDocument/2006/relationships/image" Target="../media/image1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24335"/>
            <a:ext cx="2660824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74" y="1300832"/>
            <a:ext cx="113407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284" y="1266825"/>
            <a:ext cx="277780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CAPGEMINI AGENTAI BUILDATHON · ROUND 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547440"/>
            <a:ext cx="614317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Automated Knowledge Base Agent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496119" y="222520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AI-powered knowledge discovery from scattered documents — transforming organizational knowledge into trusted, searchable, and structured answers.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873722"/>
            <a:ext cx="8151763" cy="1056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6119" y="307917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Team: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SuperVerse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 ·  Niswanth T · NareshKumar J · NithishSarwin M · VictorVengatesh M · Bharath B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6119" y="3465463"/>
            <a:ext cx="8151763" cy="1481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Roles: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Agent Architect · Backend &amp; RAG Developer · UI/UX Developer · Evaluation &amp; Compliance Lead  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Niswanth T– B.E Artificial Intelligence and Machine Learning, 3rd Year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NareshKumar J – B.E Artificial Intelligence and Machine Learning, 3rd Year</a:t>
            </a:r>
          </a:p>
          <a:p>
            <a:pPr>
              <a:lnSpc>
                <a:spcPct val="133000"/>
              </a:lnSpc>
            </a:pPr>
            <a:r>
              <a:rPr lang="en-US" sz="11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NithishSarwin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M– B.E Artificial Intelligence and Machine Learning, 3rd Year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VictorVengatesh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 – B.E Artificial Intelligence and Machine Learning, 3rd Year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Bharath B– B.E Artificial Intelligence and Machine Learning, 3rd Year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73684" y="214387"/>
            <a:ext cx="728960" cy="128439"/>
          </a:xfrm>
          <a:prstGeom prst="roundRect">
            <a:avLst>
              <a:gd name="adj" fmla="val 7037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23616" y="241697"/>
            <a:ext cx="1086296" cy="73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CHALLENGE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1973684" y="358825"/>
            <a:ext cx="3184922" cy="247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Knowledge Chaos Problem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684" y="710878"/>
            <a:ext cx="2506489" cy="250648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684" y="710878"/>
            <a:ext cx="2506489" cy="25064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8589" y="1825823"/>
            <a:ext cx="2506489" cy="2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Organizations store knowledge across PDFs, Word files, policies, manuals, and emails. Employees repeatedly ask the same questions because information is hard to find, outdated, or unstructured.</a:t>
            </a:r>
            <a:endParaRPr lang="en-US" sz="550" dirty="0"/>
          </a:p>
        </p:txBody>
      </p:sp>
      <p:sp>
        <p:nvSpPr>
          <p:cNvPr id="8" name="Shape 4"/>
          <p:cNvSpPr/>
          <p:nvPr/>
        </p:nvSpPr>
        <p:spPr>
          <a:xfrm>
            <a:off x="1973684" y="3307259"/>
            <a:ext cx="1705570" cy="656183"/>
          </a:xfrm>
          <a:prstGeom prst="roundRect">
            <a:avLst>
              <a:gd name="adj" fmla="val 1722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2048991" y="3382566"/>
            <a:ext cx="225921" cy="225921"/>
          </a:xfrm>
          <a:prstGeom prst="roundRect">
            <a:avLst>
              <a:gd name="adj" fmla="val 25293924"/>
            </a:avLst>
          </a:prstGeom>
          <a:solidFill>
            <a:srgbClr val="E04F00"/>
          </a:solidFill>
          <a:ln/>
        </p:spPr>
        <p:txBody>
          <a:bodyPr/>
          <a:p/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1127" y="3444627"/>
            <a:ext cx="101650" cy="1016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48991" y="3648447"/>
            <a:ext cx="1445642" cy="1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Scattered Documents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2048991" y="3795936"/>
            <a:ext cx="201215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 buried across teams and folders</a:t>
            </a:r>
            <a:endParaRPr lang="en-US" sz="550" dirty="0"/>
          </a:p>
        </p:txBody>
      </p:sp>
      <p:sp>
        <p:nvSpPr>
          <p:cNvPr id="13" name="Shape 8"/>
          <p:cNvSpPr/>
          <p:nvPr/>
        </p:nvSpPr>
        <p:spPr>
          <a:xfrm>
            <a:off x="3719215" y="3307259"/>
            <a:ext cx="1705570" cy="656183"/>
          </a:xfrm>
          <a:prstGeom prst="roundRect">
            <a:avLst>
              <a:gd name="adj" fmla="val 1722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3794522" y="3382566"/>
            <a:ext cx="225921" cy="225921"/>
          </a:xfrm>
          <a:prstGeom prst="roundRect">
            <a:avLst>
              <a:gd name="adj" fmla="val 25293924"/>
            </a:avLst>
          </a:prstGeom>
          <a:solidFill>
            <a:srgbClr val="E04F00"/>
          </a:solidFill>
          <a:ln/>
        </p:spPr>
        <p:txBody>
          <a:bodyPr/>
          <a:p/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56658" y="3444627"/>
            <a:ext cx="101650" cy="1016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94522" y="3648447"/>
            <a:ext cx="1445642" cy="1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Repeated Questions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3794522" y="3795936"/>
            <a:ext cx="201215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queries asked again and again</a:t>
            </a:r>
            <a:endParaRPr lang="en-US" sz="550" dirty="0"/>
          </a:p>
        </p:txBody>
      </p:sp>
      <p:sp>
        <p:nvSpPr>
          <p:cNvPr id="18" name="Shape 12"/>
          <p:cNvSpPr/>
          <p:nvPr/>
        </p:nvSpPr>
        <p:spPr>
          <a:xfrm>
            <a:off x="5464746" y="3307259"/>
            <a:ext cx="1705570" cy="656183"/>
          </a:xfrm>
          <a:prstGeom prst="roundRect">
            <a:avLst>
              <a:gd name="adj" fmla="val 1722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5540053" y="3382566"/>
            <a:ext cx="225921" cy="225921"/>
          </a:xfrm>
          <a:prstGeom prst="roundRect">
            <a:avLst>
              <a:gd name="adj" fmla="val 25293924"/>
            </a:avLst>
          </a:prstGeom>
          <a:solidFill>
            <a:srgbClr val="E04F00"/>
          </a:solidFill>
          <a:ln/>
        </p:spPr>
        <p:txBody>
          <a:bodyPr/>
          <a:p/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02188" y="3444627"/>
            <a:ext cx="101650" cy="1016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40053" y="3648447"/>
            <a:ext cx="1445642" cy="1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Lost Searching</a:t>
            </a:r>
            <a:endParaRPr lang="en-US" sz="750" dirty="0"/>
          </a:p>
        </p:txBody>
      </p:sp>
      <p:sp>
        <p:nvSpPr>
          <p:cNvPr id="22" name="Text 15"/>
          <p:cNvSpPr/>
          <p:nvPr/>
        </p:nvSpPr>
        <p:spPr>
          <a:xfrm>
            <a:off x="5540053" y="3795936"/>
            <a:ext cx="201215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Hours wasted finding basic answers</a:t>
            </a:r>
            <a:endParaRPr lang="en-US" sz="550" dirty="0"/>
          </a:p>
        </p:txBody>
      </p:sp>
      <p:sp>
        <p:nvSpPr>
          <p:cNvPr id="23" name="Shape 16"/>
          <p:cNvSpPr/>
          <p:nvPr/>
        </p:nvSpPr>
        <p:spPr>
          <a:xfrm>
            <a:off x="1973684" y="4003402"/>
            <a:ext cx="2578298" cy="656183"/>
          </a:xfrm>
          <a:prstGeom prst="roundRect">
            <a:avLst>
              <a:gd name="adj" fmla="val 1722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2048991" y="4078709"/>
            <a:ext cx="225921" cy="225921"/>
          </a:xfrm>
          <a:prstGeom prst="roundRect">
            <a:avLst>
              <a:gd name="adj" fmla="val 25293924"/>
            </a:avLst>
          </a:prstGeom>
          <a:solidFill>
            <a:srgbClr val="E04F00"/>
          </a:solidFill>
          <a:ln/>
        </p:spPr>
        <p:txBody>
          <a:bodyPr/>
          <a:p/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11127" y="4140771"/>
            <a:ext cx="101650" cy="1016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048991" y="4344591"/>
            <a:ext cx="1487537" cy="1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Inconsistent Responses</a:t>
            </a:r>
            <a:endParaRPr lang="en-US" sz="750" dirty="0"/>
          </a:p>
        </p:txBody>
      </p:sp>
      <p:sp>
        <p:nvSpPr>
          <p:cNvPr id="27" name="Text 19"/>
          <p:cNvSpPr/>
          <p:nvPr/>
        </p:nvSpPr>
        <p:spPr>
          <a:xfrm>
            <a:off x="2048991" y="4492079"/>
            <a:ext cx="2884884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Outdated or conflicting information</a:t>
            </a:r>
            <a:endParaRPr lang="en-US" sz="550" dirty="0"/>
          </a:p>
        </p:txBody>
      </p:sp>
      <p:sp>
        <p:nvSpPr>
          <p:cNvPr id="28" name="Shape 20"/>
          <p:cNvSpPr/>
          <p:nvPr/>
        </p:nvSpPr>
        <p:spPr>
          <a:xfrm>
            <a:off x="4591943" y="4003402"/>
            <a:ext cx="2578373" cy="656183"/>
          </a:xfrm>
          <a:prstGeom prst="roundRect">
            <a:avLst>
              <a:gd name="adj" fmla="val 1722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29" name="Shape 21"/>
          <p:cNvSpPr/>
          <p:nvPr/>
        </p:nvSpPr>
        <p:spPr>
          <a:xfrm>
            <a:off x="4667250" y="4078709"/>
            <a:ext cx="225921" cy="225921"/>
          </a:xfrm>
          <a:prstGeom prst="roundRect">
            <a:avLst>
              <a:gd name="adj" fmla="val 25293924"/>
            </a:avLst>
          </a:prstGeom>
          <a:solidFill>
            <a:srgbClr val="E04F00"/>
          </a:solidFill>
          <a:ln/>
        </p:spPr>
        <p:txBody>
          <a:bodyPr/>
          <a:p/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9386" y="4140771"/>
            <a:ext cx="101650" cy="1016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667250" y="4344591"/>
            <a:ext cx="1445642" cy="1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Hard to Maintain</a:t>
            </a:r>
            <a:endParaRPr lang="en-US" sz="750" dirty="0"/>
          </a:p>
        </p:txBody>
      </p:sp>
      <p:sp>
        <p:nvSpPr>
          <p:cNvPr id="32" name="Text 23"/>
          <p:cNvSpPr/>
          <p:nvPr/>
        </p:nvSpPr>
        <p:spPr>
          <a:xfrm>
            <a:off x="4667250" y="4492079"/>
            <a:ext cx="2884959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process for updating new documents</a:t>
            </a:r>
            <a:endParaRPr lang="en-US" sz="550" dirty="0"/>
          </a:p>
        </p:txBody>
      </p:sp>
      <p:sp>
        <p:nvSpPr>
          <p:cNvPr id="33" name="Shape 24"/>
          <p:cNvSpPr/>
          <p:nvPr/>
        </p:nvSpPr>
        <p:spPr>
          <a:xfrm>
            <a:off x="1973684" y="4704531"/>
            <a:ext cx="5196632" cy="224582"/>
          </a:xfrm>
          <a:prstGeom prst="roundRect">
            <a:avLst>
              <a:gd name="adj" fmla="val 5030"/>
            </a:avLst>
          </a:prstGeom>
          <a:solidFill>
            <a:srgbClr val="FCF2B5"/>
          </a:solidFill>
          <a:ln/>
        </p:spPr>
        <p:txBody>
          <a:bodyPr/>
          <a:p/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8991" y="4804172"/>
            <a:ext cx="94134" cy="75307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218432" y="4763319"/>
            <a:ext cx="5333777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Impact:</a:t>
            </a:r>
            <a:r>
              <a:rPr lang="en-US" sz="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Lower productivity, slower onboarding, support overload, and reduced trust in internal knowledge systems.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5875" y="289992"/>
            <a:ext cx="889099" cy="159023"/>
          </a:xfrm>
          <a:prstGeom prst="roundRect">
            <a:avLst>
              <a:gd name="adj" fmla="val 7188"/>
            </a:avLst>
          </a:prstGeom>
          <a:solidFill>
            <a:srgbClr val="FFDEC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43025" y="318567"/>
            <a:ext cx="1231999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PROPOSED SOLUTION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285875" y="474613"/>
            <a:ext cx="329237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Knowledge Base Agent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85875" y="883146"/>
            <a:ext cx="65722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automated agent that ingests documents, extracts key information, and delivers structured FAQs, auto-tags, summaries, and grounded answers with citations.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547" y="1209898"/>
            <a:ext cx="5110907" cy="233905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2734" y="1793898"/>
            <a:ext cx="328603" cy="3286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01369" y="2988882"/>
            <a:ext cx="1188120" cy="19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Deliver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9741" y="1794514"/>
            <a:ext cx="328603" cy="3286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92112" y="2988882"/>
            <a:ext cx="1188120" cy="19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Store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7055" y="1794514"/>
            <a:ext cx="328603" cy="3286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89427" y="2988882"/>
            <a:ext cx="1188119" cy="19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Process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7798" y="1794514"/>
            <a:ext cx="328603" cy="32860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60453" y="2988882"/>
            <a:ext cx="1188119" cy="19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Ingest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285875" y="3620914"/>
            <a:ext cx="702945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raw documents to structured, citable knowledge — in a single automated pipeline.</a:t>
            </a:r>
            <a:endParaRPr lang="en-US" sz="750" dirty="0"/>
          </a:p>
        </p:txBody>
      </p:sp>
      <p:sp>
        <p:nvSpPr>
          <p:cNvPr id="16" name="Text 9"/>
          <p:cNvSpPr/>
          <p:nvPr/>
        </p:nvSpPr>
        <p:spPr>
          <a:xfrm>
            <a:off x="1285875" y="3884265"/>
            <a:ext cx="170735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Capabilities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1285875" y="4104531"/>
            <a:ext cx="3169965" cy="726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Multi-format ingestion: PDF, DOCX, TXT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Chunking, embeddings &amp; vector search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Auto-generated FAQs &amp; taxonomy tags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RAG-based Q&amp;A with citations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workflow for new documents</a:t>
            </a:r>
            <a:endParaRPr lang="en-US" sz="750" dirty="0"/>
          </a:p>
        </p:txBody>
      </p:sp>
      <p:sp>
        <p:nvSpPr>
          <p:cNvPr id="18" name="Text 11"/>
          <p:cNvSpPr/>
          <p:nvPr/>
        </p:nvSpPr>
        <p:spPr>
          <a:xfrm>
            <a:off x="4692923" y="3884265"/>
            <a:ext cx="170735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 Stack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4692923" y="4104531"/>
            <a:ext cx="3169965" cy="726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LLM:</a:t>
            </a: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Azure OpenAI / OpenAI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Backend:</a:t>
            </a: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Python FastAPI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RAG:</a:t>
            </a: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FAISS / Chroma vector store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UI:</a:t>
            </a: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Streamlit / React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Observability:</a:t>
            </a: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Logging + OpenTelemetry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8721" y="317376"/>
            <a:ext cx="775990" cy="159321"/>
          </a:xfrm>
          <a:prstGeom prst="roundRect">
            <a:avLst>
              <a:gd name="adj" fmla="val 6841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97955" y="349374"/>
            <a:ext cx="1114723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INNOVATION STORY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438721" y="499914"/>
            <a:ext cx="5170066" cy="29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Static Documents to Living Knowledge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438721" y="885155"/>
            <a:ext cx="6266557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not just a chatbot — it's a </a:t>
            </a:r>
            <a:r>
              <a:rPr lang="en-US" sz="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self-maintaining knowledge system</a:t>
            </a: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continuously converts new documents into structured, trusted, and searchable assets.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21" y="1188839"/>
            <a:ext cx="6266557" cy="22213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9723" y="1869037"/>
            <a:ext cx="1404707" cy="18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Generate &amp; Improve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86923" y="2100267"/>
            <a:ext cx="1404707" cy="227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initial outputs and iteratively refine for quality.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029000" y="2298862"/>
            <a:ext cx="1912735" cy="18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Ask &amp; Retrieve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29000" y="2530092"/>
            <a:ext cx="1527927" cy="34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Inquire and gather relevant information from data sources.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438721" y="3475583"/>
            <a:ext cx="672375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closed-loop system where every answer is grounded, every document is indexed, and every update flows automatically into the knowledge base.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438721" y="3718247"/>
            <a:ext cx="1730946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Makes It Different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38721" y="3925342"/>
            <a:ext cx="3022550" cy="816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Grounded answers with exact document references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FAQ &amp; taxonomy generation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search beyond keywords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scoring to reduce hallucination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Human review workflow for low-confidence answers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Maintenance pipeline for new or updated documents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622155" y="3660130"/>
            <a:ext cx="3153221" cy="1165920"/>
          </a:xfrm>
          <a:prstGeom prst="roundRect">
            <a:avLst>
              <a:gd name="adj" fmla="val 1168"/>
            </a:avLst>
          </a:prstGeom>
          <a:solidFill>
            <a:srgbClr val="E04F0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12940" y="3718247"/>
            <a:ext cx="164916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 in Action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12940" y="3925342"/>
            <a:ext cx="3428851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asks:</a:t>
            </a:r>
            <a:r>
              <a:rPr lang="en-US" sz="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"What is the leave approval process?"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712940" y="4096792"/>
            <a:ext cx="3428851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 returns: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712940" y="4268242"/>
            <a:ext cx="2971651" cy="537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answer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Exact source quote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 reference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Related FAQ links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71401"/>
            <a:ext cx="900857" cy="207690"/>
          </a:xfrm>
          <a:prstGeom prst="roundRect">
            <a:avLst>
              <a:gd name="adj" fmla="val 6783"/>
            </a:avLst>
          </a:prstGeom>
          <a:solidFill>
            <a:srgbClr val="FFDEC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2038" y="406598"/>
            <a:ext cx="1217265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EXECUTION PLAN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617934"/>
            <a:ext cx="4426148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Build Plan &amp; Success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643" y="2095277"/>
            <a:ext cx="8100640" cy="14288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628329" y="1860538"/>
            <a:ext cx="14288" cy="234776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91456" y="2051224"/>
            <a:ext cx="88032" cy="88032"/>
          </a:xfrm>
          <a:prstGeom prst="roundRect">
            <a:avLst>
              <a:gd name="adj" fmla="val 324598"/>
            </a:avLst>
          </a:prstGeom>
          <a:solidFill>
            <a:srgbClr val="E04F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6463" y="1148879"/>
            <a:ext cx="17694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8994" y="1399729"/>
            <a:ext cx="199295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 sample documents &amp; parse content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02880" y="2095240"/>
            <a:ext cx="14288" cy="234776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66008" y="2051224"/>
            <a:ext cx="88032" cy="88032"/>
          </a:xfrm>
          <a:prstGeom prst="roundRect">
            <a:avLst>
              <a:gd name="adj" fmla="val 324598"/>
            </a:avLst>
          </a:prstGeom>
          <a:solidFill>
            <a:srgbClr val="E04F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811015" y="2447479"/>
            <a:ext cx="17694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13545" y="2698328"/>
            <a:ext cx="199295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embeddings &amp; store in vector DB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77506" y="1860538"/>
            <a:ext cx="14288" cy="234776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940634" y="2051224"/>
            <a:ext cx="88032" cy="88032"/>
          </a:xfrm>
          <a:prstGeom prst="roundRect">
            <a:avLst>
              <a:gd name="adj" fmla="val 324598"/>
            </a:avLst>
          </a:prstGeom>
          <a:solidFill>
            <a:srgbClr val="E04F0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985641" y="1148879"/>
            <a:ext cx="17694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59571" y="1399729"/>
            <a:ext cx="222155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RAG Q&amp;A agent with citations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52058" y="2095240"/>
            <a:ext cx="14288" cy="234776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115185" y="2051224"/>
            <a:ext cx="88032" cy="88032"/>
          </a:xfrm>
          <a:prstGeom prst="roundRect">
            <a:avLst>
              <a:gd name="adj" fmla="val 324598"/>
            </a:avLst>
          </a:prstGeom>
          <a:solidFill>
            <a:srgbClr val="E04F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60193" y="2447479"/>
            <a:ext cx="17694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Phase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4123" y="2698328"/>
            <a:ext cx="222155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FAQs, tags &amp; summaries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26684" y="1860538"/>
            <a:ext cx="14288" cy="234776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89811" y="2051224"/>
            <a:ext cx="88032" cy="88032"/>
          </a:xfrm>
          <a:prstGeom prst="roundRect">
            <a:avLst>
              <a:gd name="adj" fmla="val 324598"/>
            </a:avLst>
          </a:prstGeom>
          <a:solidFill>
            <a:srgbClr val="E04F0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34819" y="1148879"/>
            <a:ext cx="17694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Phase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8749" y="1399729"/>
            <a:ext cx="222155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UI, evaluation tests &amp; logging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01235" y="2095240"/>
            <a:ext cx="14288" cy="234776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464363" y="2051224"/>
            <a:ext cx="88032" cy="88032"/>
          </a:xfrm>
          <a:prstGeom prst="roundRect">
            <a:avLst>
              <a:gd name="adj" fmla="val 324598"/>
            </a:avLst>
          </a:prstGeom>
          <a:solidFill>
            <a:srgbClr val="E04F0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509370" y="2447479"/>
            <a:ext cx="17694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Phase 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11900" y="2698328"/>
            <a:ext cx="199295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Maintenance workflow for new documents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643" y="3248174"/>
            <a:ext cx="19980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643" y="3537942"/>
            <a:ext cx="3907110" cy="1200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extraction accuracy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of generated FAQs &amp; tags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Citation correctness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relevance score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 latency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Ease of adding new documents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5924" y="3260303"/>
            <a:ext cx="3731047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"Our solution turns organizational documents into a living, trusted, and searchable knowledge base that saves time, improves consistency, and scales with the business."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19861" y="3260303"/>
            <a:ext cx="14288" cy="51502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612</Words>
  <Application>Microsoft Office PowerPoint</Application>
  <PresentationFormat>On-screen Show (16:9)</PresentationFormat>
  <Paragraphs>94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DM Sans</vt:lpstr>
      <vt:lpstr>PT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Niswanth T</dc:creator>
  <cp:lastModifiedBy>Niswanth T</cp:lastModifiedBy>
  <cp:revision>2</cp:revision>
  <dcterms:created xsi:type="dcterms:W3CDTF">2026-05-17T16:12:09Z</dcterms:created>
  <dcterms:modified xsi:type="dcterms:W3CDTF">2026-05-27T14:56:40Z</dcterms:modified>
</cp:coreProperties>
</file>